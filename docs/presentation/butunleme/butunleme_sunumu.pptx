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Bütünleme Sunumu: Selçuk AI Asistan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sunumdan sonra yapılan doğruluk ve RAG iyileştirmeleri</a:t>
            </a:r>
          </a:p>
          <a:p>
            <a:r>
              <a:t>(6c5a7ff1... sonrası)</a:t>
            </a:r>
          </a:p>
          <a:p>
            <a:r>
              <a:t>Tarih: 2026-01-15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Neden kaldık?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Final sunumda kritik soru yanlış cevaplandı (Selçuk Üniversitesi nerede? -&gt; İzmir).</a:t>
            </a:r>
          </a:p>
          <a:p>
            <a:pPr/>
            <a:r>
              <a:rPr sz="2200"/>
              <a:t>Model halüsinasyon üretti, kaynak doğrulaması zayıftı.</a:t>
            </a:r>
          </a:p>
          <a:p>
            <a:pPr/>
            <a:r>
              <a:rPr sz="2200"/>
              <a:t>RAG açık olsa da kaynakla uyumsuz cevaplar filtrelenmiyordu.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Bütünleme hedefleri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Kritik bilgilerde %100 doğruluk ve tek doğru cevap.</a:t>
            </a:r>
          </a:p>
          <a:p>
            <a:pPr/>
            <a:r>
              <a:rPr sz="2200"/>
              <a:t>Kaynak yoksa açıkça "bilgim yok" diyebilme.</a:t>
            </a:r>
          </a:p>
          <a:p>
            <a:pPr/>
            <a:r>
              <a:rPr sz="2200"/>
              <a:t>RAG cevaplarının kaynakla uyumlu olması.</a:t>
            </a:r>
          </a:p>
          <a:p>
            <a:pPr/>
            <a:r>
              <a:rPr sz="2200"/>
              <a:t>Demo sırasında güven veren, kısa ve net yanıtlar.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Kritik bilgi koruması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Kritik sorular için kanonik cevaplar (Konya, 1975, kampüsler).</a:t>
            </a:r>
          </a:p>
          <a:p>
            <a:pPr/>
            <a:r>
              <a:rPr sz="2200"/>
              <a:t>Yanlış şehir/yıl filtreleme ve otomatik düzeltme.</a:t>
            </a:r>
          </a:p>
          <a:p>
            <a:pPr/>
            <a:r>
              <a:rPr sz="2200"/>
              <a:t>Sistem promptu ile doğrulanmış temel bilgi seti sabitlendi.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doğruluk kapısı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Soru–bağlam uyumu kontrolü (context relevancy).</a:t>
            </a:r>
          </a:p>
          <a:p>
            <a:pPr/>
            <a:r>
              <a:rPr sz="2200"/>
              <a:t>Cümle bazlı kaynaklı filtreleme (grounded only).</a:t>
            </a:r>
          </a:p>
          <a:p>
            <a:pPr/>
            <a:r>
              <a:rPr sz="2200"/>
              <a:t>Kaynak yoksa: "Bu bilgi kaynaklarda yok." yanıtı.</a:t>
            </a:r>
          </a:p>
          <a:p>
            <a:pPr/>
            <a:r>
              <a:rPr sz="2200"/>
              <a:t>Kaynaklar (citations) yalnızca güvenli durumda dönüyor.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 ve kaynak güncellemeleri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Knowledge base ve RAG dokümanları güncellendi.</a:t>
            </a:r>
          </a:p>
          <a:p>
            <a:pPr/>
            <a:r>
              <a:rPr sz="2200"/>
              <a:t>Adres, telefon, rektör, öğrenci sayısı, akademik yapı eklendi.</a:t>
            </a:r>
          </a:p>
          <a:p>
            <a:pPr/>
            <a:r>
              <a:rPr sz="2200"/>
              <a:t>Bilgisayar Müh. program kodu ve resmi linkler doğrulandı.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ve kalite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Kritik doğruluk testleri ve RAG guard testleri eklendi.</a:t>
            </a:r>
          </a:p>
          <a:p>
            <a:pPr/>
            <a:r>
              <a:rPr sz="2200"/>
              <a:t>Pytest: tüm testler geçti (93 test).</a:t>
            </a:r>
          </a:p>
          <a:p>
            <a:pPr/>
            <a:r>
              <a:rPr sz="2200"/>
              <a:t>Demo senaryoları güncellendi.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akışı (UI)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Soru: Selçuk Üniversitesi nerede? -&gt; Konya + kampüsler.</a:t>
            </a:r>
          </a:p>
          <a:p>
            <a:pPr/>
            <a:r>
              <a:rPr sz="2200"/>
              <a:t>Bilinmeyen: Mars'ta yaşam var mı? -&gt; "Bu bilgi kaynaklarda yok."</a:t>
            </a:r>
          </a:p>
          <a:p>
            <a:pPr/>
            <a:r>
              <a:rPr sz="2200"/>
              <a:t>Bölüm soruları: Teknoloji Fakültesi, program kodu, Bologna linki.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Otomasyon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RAG indeks yenileme scripti: refresh_rag_index.ps1</a:t>
            </a:r>
          </a:p>
          <a:p>
            <a:pPr/>
            <a:r>
              <a:rPr sz="2200"/>
              <a:t>GitHub Actions ile günlük otomatik indeks (02:00 TR).</a:t>
            </a:r>
          </a:p>
          <a:p>
            <a:pPr/>
            <a:r>
              <a:rPr sz="2200"/>
              <a:t>Commit mesajında [skip ci] ile gereksiz CI tetiklenmiyor.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Riskler ve notlar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RAG dokümanları güncellenmezse bilgi eski kalır.</a:t>
            </a:r>
          </a:p>
          <a:p>
            <a:pPr/>
            <a:r>
              <a:rPr sz="2200"/>
              <a:t>Branch protection ayarları Actions push yetkisi gerektirir.</a:t>
            </a:r>
          </a:p>
          <a:p>
            <a:pPr/>
            <a:r>
              <a:rPr sz="2200"/>
              <a:t>Model kalitesi düşükse kritik dışı sorularda RAG şarttır.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Final sunumdaki hata giderildi, kritik doğruluk sağlandı.</a:t>
            </a:r>
          </a:p>
          <a:p>
            <a:pPr/>
            <a:r>
              <a:rPr sz="2200"/>
              <a:t>RAG temelli doğrulama ve 'bilgim yok' davranışı aktif.</a:t>
            </a:r>
          </a:p>
          <a:p>
            <a:pPr/>
            <a:r>
              <a:rPr sz="2200"/>
              <a:t>Bütünleme sunumu için demo akışı hazır.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