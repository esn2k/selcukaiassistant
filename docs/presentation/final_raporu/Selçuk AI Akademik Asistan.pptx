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27fcbd9eb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27fcbd9eb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27fcbd9eb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27fcbd9eb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27fcbd9eb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27fcbd9eb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7fcbd9eb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27fcbd9eb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27fcbd9eb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27fcbd9eb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27fcbd9eb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27fcbd9eb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27fcbd9eb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27fcbd9eb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27fcbd9eb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27fcbd9eb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27fcbd9eb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27fcbd9eb_1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7fcbd9eb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27fcbd9eb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b27fcbd9eb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27fcbd9eb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27fcbd9eb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27fcbd9eb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27fcbd9eb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27fcbd9eb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27fcbd9eb_1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27fcbd9eb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27fcbd9eb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b27fcbd9eb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27fcbd9eb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27fcbd9eb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27fcbd9eb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27fcbd9eb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27fcbd9eb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27fcbd9eb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27fcbd9eb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27fcbd9eb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27fcbd9eb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27fcbd9eb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27fcbd9eb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b27fcbd9eb_1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27fcbd9eb_1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27fcbd9eb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27fcbd9eb_1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7fcbd9eb_1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7fcbd9eb_1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b27fcbd9eb_1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27fcbd9eb_1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27fcbd9eb_1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27fcbd9eb_1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27fcbd9eb_1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27fcbd9eb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b27fcbd9eb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27fcbd9eb_1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27fcbd9eb_1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b27fcbd9eb_1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27fcbd9eb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27fcbd9eb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b27fcbd9eb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27fcbd9eb_1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27fcbd9eb_1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27fcbd9eb_1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27fcbd9eb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27fcbd9eb_1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b27fcbd9eb_1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27fcbd9eb_1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27fcbd9eb_1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27fcbd9eb_1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mc:AlternateContent>
    <mc:Choice Requires="p14">
      <p:transition spd="slow" p14:dur="9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09" name="Google Shape;1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21" name="Google Shape;1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27" name="Google Shape;1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33" name="Google Shape;1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39" name="Google Shape;1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45" name="Google Shape;1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51" name="Google Shape;1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57" name="Google Shape;15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63" name="Google Shape;1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69" name="Google Shape;1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75" name="Google Shape;17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81" name="Google Shape;18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87" name="Google Shape;1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93" name="Google Shape;19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05" name="Google Shape;2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11" name="Google Shape;2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17" name="Google Shape;2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23" name="Google Shape;2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29" name="Google Shape;22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35" name="Google Shape;2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41" name="Google Shape;24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898"/>
            <a:ext cx="14629691" cy="816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